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9" r:id="rId5"/>
    <p:sldId id="303" r:id="rId6"/>
    <p:sldId id="261" r:id="rId7"/>
    <p:sldId id="263" r:id="rId8"/>
    <p:sldId id="264" r:id="rId9"/>
    <p:sldId id="266" r:id="rId10"/>
    <p:sldId id="265" r:id="rId11"/>
    <p:sldId id="267" r:id="rId12"/>
    <p:sldId id="268" r:id="rId13"/>
    <p:sldId id="272" r:id="rId14"/>
    <p:sldId id="273" r:id="rId15"/>
    <p:sldId id="269" r:id="rId16"/>
    <p:sldId id="274" r:id="rId17"/>
    <p:sldId id="275" r:id="rId18"/>
    <p:sldId id="276" r:id="rId19"/>
    <p:sldId id="277" r:id="rId20"/>
    <p:sldId id="278" r:id="rId21"/>
    <p:sldId id="279" r:id="rId22"/>
    <p:sldId id="270" r:id="rId23"/>
    <p:sldId id="304" r:id="rId24"/>
    <p:sldId id="281" r:id="rId25"/>
    <p:sldId id="282" r:id="rId26"/>
    <p:sldId id="283" r:id="rId27"/>
    <p:sldId id="284" r:id="rId28"/>
    <p:sldId id="271" r:id="rId29"/>
    <p:sldId id="305" r:id="rId30"/>
    <p:sldId id="286" r:id="rId31"/>
    <p:sldId id="287" r:id="rId32"/>
    <p:sldId id="288" r:id="rId33"/>
    <p:sldId id="289" r:id="rId34"/>
    <p:sldId id="290" r:id="rId35"/>
    <p:sldId id="306" r:id="rId36"/>
    <p:sldId id="292" r:id="rId37"/>
    <p:sldId id="293" r:id="rId38"/>
    <p:sldId id="294" r:id="rId39"/>
    <p:sldId id="295" r:id="rId40"/>
    <p:sldId id="296" r:id="rId41"/>
    <p:sldId id="297" r:id="rId42"/>
    <p:sldId id="298" r:id="rId43"/>
    <p:sldId id="299" r:id="rId44"/>
    <p:sldId id="300" r:id="rId45"/>
    <p:sldId id="301" r:id="rId46"/>
    <p:sldId id="302"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092999-2EFB-4CD9-A273-AE9F15907440}" v="3" dt="2023-03-03T11:55:12.7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21" autoAdjust="0"/>
    <p:restoredTop sz="94684" autoAdjust="0"/>
  </p:normalViewPr>
  <p:slideViewPr>
    <p:cSldViewPr>
      <p:cViewPr varScale="1">
        <p:scale>
          <a:sx n="64" d="100"/>
          <a:sy n="64" d="100"/>
        </p:scale>
        <p:origin x="1566" y="66"/>
      </p:cViewPr>
      <p:guideLst>
        <p:guide orient="horz" pos="2160"/>
        <p:guide pos="2880"/>
      </p:guideLst>
    </p:cSldViewPr>
  </p:slideViewPr>
  <p:outlineViewPr>
    <p:cViewPr>
      <p:scale>
        <a:sx n="33" d="100"/>
        <a:sy n="33" d="100"/>
      </p:scale>
      <p:origin x="0" y="828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rence Ricafrente" userId="2100faac4c6fa1bc" providerId="LiveId" clId="{DD092999-2EFB-4CD9-A273-AE9F15907440}"/>
    <pc:docChg chg="addSld delSld modSld">
      <pc:chgData name="Clarence Ricafrente" userId="2100faac4c6fa1bc" providerId="LiveId" clId="{DD092999-2EFB-4CD9-A273-AE9F15907440}" dt="2023-03-03T11:55:15.908" v="30" actId="2696"/>
      <pc:docMkLst>
        <pc:docMk/>
      </pc:docMkLst>
      <pc:sldChg chg="modSp mod">
        <pc:chgData name="Clarence Ricafrente" userId="2100faac4c6fa1bc" providerId="LiveId" clId="{DD092999-2EFB-4CD9-A273-AE9F15907440}" dt="2023-03-03T11:52:59.048" v="18" actId="255"/>
        <pc:sldMkLst>
          <pc:docMk/>
          <pc:sldMk cId="157102778" sldId="267"/>
        </pc:sldMkLst>
        <pc:spChg chg="mod">
          <ac:chgData name="Clarence Ricafrente" userId="2100faac4c6fa1bc" providerId="LiveId" clId="{DD092999-2EFB-4CD9-A273-AE9F15907440}" dt="2023-03-03T11:52:59.048" v="18" actId="255"/>
          <ac:spMkLst>
            <pc:docMk/>
            <pc:sldMk cId="157102778" sldId="267"/>
            <ac:spMk id="3" creationId="{00000000-0000-0000-0000-000000000000}"/>
          </ac:spMkLst>
        </pc:spChg>
      </pc:sldChg>
      <pc:sldChg chg="modSp mod">
        <pc:chgData name="Clarence Ricafrente" userId="2100faac4c6fa1bc" providerId="LiveId" clId="{DD092999-2EFB-4CD9-A273-AE9F15907440}" dt="2023-03-03T11:54:41.003" v="26" actId="20577"/>
        <pc:sldMkLst>
          <pc:docMk/>
          <pc:sldMk cId="892863766" sldId="271"/>
        </pc:sldMkLst>
        <pc:spChg chg="mod">
          <ac:chgData name="Clarence Ricafrente" userId="2100faac4c6fa1bc" providerId="LiveId" clId="{DD092999-2EFB-4CD9-A273-AE9F15907440}" dt="2023-03-03T11:54:41.003" v="26" actId="20577"/>
          <ac:spMkLst>
            <pc:docMk/>
            <pc:sldMk cId="892863766" sldId="271"/>
            <ac:spMk id="3" creationId="{00000000-0000-0000-0000-000000000000}"/>
          </ac:spMkLst>
        </pc:spChg>
      </pc:sldChg>
      <pc:sldChg chg="modSp mod">
        <pc:chgData name="Clarence Ricafrente" userId="2100faac4c6fa1bc" providerId="LiveId" clId="{DD092999-2EFB-4CD9-A273-AE9F15907440}" dt="2023-03-03T11:53:16.199" v="21" actId="20577"/>
        <pc:sldMkLst>
          <pc:docMk/>
          <pc:sldMk cId="2401104858" sldId="275"/>
        </pc:sldMkLst>
        <pc:spChg chg="mod">
          <ac:chgData name="Clarence Ricafrente" userId="2100faac4c6fa1bc" providerId="LiveId" clId="{DD092999-2EFB-4CD9-A273-AE9F15907440}" dt="2023-03-03T11:53:16.199" v="21" actId="20577"/>
          <ac:spMkLst>
            <pc:docMk/>
            <pc:sldMk cId="2401104858" sldId="275"/>
            <ac:spMk id="3" creationId="{00000000-0000-0000-0000-000000000000}"/>
          </ac:spMkLst>
        </pc:spChg>
      </pc:sldChg>
      <pc:sldChg chg="del">
        <pc:chgData name="Clarence Ricafrente" userId="2100faac4c6fa1bc" providerId="LiveId" clId="{DD092999-2EFB-4CD9-A273-AE9F15907440}" dt="2023-03-03T11:53:50.286" v="23" actId="2696"/>
        <pc:sldMkLst>
          <pc:docMk/>
          <pc:sldMk cId="2401104858" sldId="280"/>
        </pc:sldMkLst>
      </pc:sldChg>
      <pc:sldChg chg="del">
        <pc:chgData name="Clarence Ricafrente" userId="2100faac4c6fa1bc" providerId="LiveId" clId="{DD092999-2EFB-4CD9-A273-AE9F15907440}" dt="2023-03-03T11:55:02.205" v="28" actId="2696"/>
        <pc:sldMkLst>
          <pc:docMk/>
          <pc:sldMk cId="2401104858" sldId="285"/>
        </pc:sldMkLst>
      </pc:sldChg>
      <pc:sldChg chg="del">
        <pc:chgData name="Clarence Ricafrente" userId="2100faac4c6fa1bc" providerId="LiveId" clId="{DD092999-2EFB-4CD9-A273-AE9F15907440}" dt="2023-03-03T11:55:15.908" v="30" actId="2696"/>
        <pc:sldMkLst>
          <pc:docMk/>
          <pc:sldMk cId="2401104858" sldId="291"/>
        </pc:sldMkLst>
      </pc:sldChg>
      <pc:sldChg chg="add">
        <pc:chgData name="Clarence Ricafrente" userId="2100faac4c6fa1bc" providerId="LiveId" clId="{DD092999-2EFB-4CD9-A273-AE9F15907440}" dt="2023-03-03T11:53:43.703" v="22"/>
        <pc:sldMkLst>
          <pc:docMk/>
          <pc:sldMk cId="281356740" sldId="304"/>
        </pc:sldMkLst>
      </pc:sldChg>
      <pc:sldChg chg="add">
        <pc:chgData name="Clarence Ricafrente" userId="2100faac4c6fa1bc" providerId="LiveId" clId="{DD092999-2EFB-4CD9-A273-AE9F15907440}" dt="2023-03-03T11:54:58.576" v="27"/>
        <pc:sldMkLst>
          <pc:docMk/>
          <pc:sldMk cId="1589747282" sldId="305"/>
        </pc:sldMkLst>
      </pc:sldChg>
      <pc:sldChg chg="add">
        <pc:chgData name="Clarence Ricafrente" userId="2100faac4c6fa1bc" providerId="LiveId" clId="{DD092999-2EFB-4CD9-A273-AE9F15907440}" dt="2023-03-03T11:55:12.786" v="29"/>
        <pc:sldMkLst>
          <pc:docMk/>
          <pc:sldMk cId="4182500422" sldId="30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86C68FC-9400-4D93-83DB-62D4B14B6116}" type="datetimeFigureOut">
              <a:rPr lang="en-US" smtClean="0"/>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0D058E-357A-47BB-81C8-080B62323BAF}" type="slidenum">
              <a:rPr lang="en-US" smtClean="0"/>
              <a:t>‹#›</a:t>
            </a:fld>
            <a:endParaRPr lang="en-US"/>
          </a:p>
        </p:txBody>
      </p:sp>
    </p:spTree>
    <p:extLst>
      <p:ext uri="{BB962C8B-B14F-4D97-AF65-F5344CB8AC3E}">
        <p14:creationId xmlns:p14="http://schemas.microsoft.com/office/powerpoint/2010/main" val="3409111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6C68FC-9400-4D93-83DB-62D4B14B6116}" type="datetimeFigureOut">
              <a:rPr lang="en-US" smtClean="0"/>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0D058E-357A-47BB-81C8-080B62323BAF}" type="slidenum">
              <a:rPr lang="en-US" smtClean="0"/>
              <a:t>‹#›</a:t>
            </a:fld>
            <a:endParaRPr lang="en-US"/>
          </a:p>
        </p:txBody>
      </p:sp>
    </p:spTree>
    <p:extLst>
      <p:ext uri="{BB962C8B-B14F-4D97-AF65-F5344CB8AC3E}">
        <p14:creationId xmlns:p14="http://schemas.microsoft.com/office/powerpoint/2010/main" val="799643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6C68FC-9400-4D93-83DB-62D4B14B6116}" type="datetimeFigureOut">
              <a:rPr lang="en-US" smtClean="0"/>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0D058E-357A-47BB-81C8-080B62323BAF}" type="slidenum">
              <a:rPr lang="en-US" smtClean="0"/>
              <a:t>‹#›</a:t>
            </a:fld>
            <a:endParaRPr lang="en-US"/>
          </a:p>
        </p:txBody>
      </p:sp>
    </p:spTree>
    <p:extLst>
      <p:ext uri="{BB962C8B-B14F-4D97-AF65-F5344CB8AC3E}">
        <p14:creationId xmlns:p14="http://schemas.microsoft.com/office/powerpoint/2010/main" val="3119387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86C68FC-9400-4D93-83DB-62D4B14B6116}" type="datetimeFigureOut">
              <a:rPr lang="en-US" smtClean="0"/>
              <a:t>3/3/2023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0D058E-357A-47BB-81C8-080B62323BAF}" type="slidenum">
              <a:rPr lang="en-US" smtClean="0"/>
              <a:t>‹#›</a:t>
            </a:fld>
            <a:endParaRPr lang="en-US"/>
          </a:p>
        </p:txBody>
      </p:sp>
    </p:spTree>
    <p:extLst>
      <p:ext uri="{BB962C8B-B14F-4D97-AF65-F5344CB8AC3E}">
        <p14:creationId xmlns:p14="http://schemas.microsoft.com/office/powerpoint/2010/main" val="1761419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86C68FC-9400-4D93-83DB-62D4B14B6116}" type="datetimeFigureOut">
              <a:rPr lang="en-US" smtClean="0"/>
              <a:t>3/3/2023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0D058E-357A-47BB-81C8-080B62323BAF}" type="slidenum">
              <a:rPr lang="en-US" smtClean="0"/>
              <a:t>‹#›</a:t>
            </a:fld>
            <a:endParaRPr lang="en-US"/>
          </a:p>
        </p:txBody>
      </p:sp>
    </p:spTree>
    <p:extLst>
      <p:ext uri="{BB962C8B-B14F-4D97-AF65-F5344CB8AC3E}">
        <p14:creationId xmlns:p14="http://schemas.microsoft.com/office/powerpoint/2010/main" val="2002365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86C68FC-9400-4D93-83DB-62D4B14B6116}" type="datetimeFigureOut">
              <a:rPr lang="en-US" smtClean="0"/>
              <a:t>3/3/2023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0D058E-357A-47BB-81C8-080B62323BAF}" type="slidenum">
              <a:rPr lang="en-US" smtClean="0"/>
              <a:t>‹#›</a:t>
            </a:fld>
            <a:endParaRPr lang="en-US"/>
          </a:p>
        </p:txBody>
      </p:sp>
    </p:spTree>
    <p:extLst>
      <p:ext uri="{BB962C8B-B14F-4D97-AF65-F5344CB8AC3E}">
        <p14:creationId xmlns:p14="http://schemas.microsoft.com/office/powerpoint/2010/main" val="566455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6C68FC-9400-4D93-83DB-62D4B14B6116}" type="datetimeFigureOut">
              <a:rPr lang="en-US" smtClean="0"/>
              <a:t>3/3/2023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0D058E-357A-47BB-81C8-080B62323BAF}" type="slidenum">
              <a:rPr lang="en-US" smtClean="0"/>
              <a:t>‹#›</a:t>
            </a:fld>
            <a:endParaRPr lang="en-US"/>
          </a:p>
        </p:txBody>
      </p:sp>
    </p:spTree>
    <p:extLst>
      <p:ext uri="{BB962C8B-B14F-4D97-AF65-F5344CB8AC3E}">
        <p14:creationId xmlns:p14="http://schemas.microsoft.com/office/powerpoint/2010/main" val="3829131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6C68FC-9400-4D93-83DB-62D4B14B6116}" type="datetimeFigureOut">
              <a:rPr lang="en-US" smtClean="0"/>
              <a:t>3/3/2023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0D058E-357A-47BB-81C8-080B62323BAF}" type="slidenum">
              <a:rPr lang="en-US" smtClean="0"/>
              <a:t>‹#›</a:t>
            </a:fld>
            <a:endParaRPr lang="en-US"/>
          </a:p>
        </p:txBody>
      </p:sp>
    </p:spTree>
    <p:extLst>
      <p:ext uri="{BB962C8B-B14F-4D97-AF65-F5344CB8AC3E}">
        <p14:creationId xmlns:p14="http://schemas.microsoft.com/office/powerpoint/2010/main" val="1232512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6C68FC-9400-4D93-83DB-62D4B14B6116}" type="datetimeFigureOut">
              <a:rPr lang="en-US" smtClean="0"/>
              <a:t>3/3/2023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0D058E-357A-47BB-81C8-080B62323BAF}" type="slidenum">
              <a:rPr lang="en-US" smtClean="0"/>
              <a:t>‹#›</a:t>
            </a:fld>
            <a:endParaRPr lang="en-US"/>
          </a:p>
        </p:txBody>
      </p:sp>
    </p:spTree>
    <p:extLst>
      <p:ext uri="{BB962C8B-B14F-4D97-AF65-F5344CB8AC3E}">
        <p14:creationId xmlns:p14="http://schemas.microsoft.com/office/powerpoint/2010/main" val="1339991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6C68FC-9400-4D93-83DB-62D4B14B6116}" type="datetimeFigureOut">
              <a:rPr lang="en-US" smtClean="0"/>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0D058E-357A-47BB-81C8-080B62323BAF}" type="slidenum">
              <a:rPr lang="en-US" smtClean="0"/>
              <a:t>‹#›</a:t>
            </a:fld>
            <a:endParaRPr lang="en-US"/>
          </a:p>
        </p:txBody>
      </p:sp>
    </p:spTree>
    <p:extLst>
      <p:ext uri="{BB962C8B-B14F-4D97-AF65-F5344CB8AC3E}">
        <p14:creationId xmlns:p14="http://schemas.microsoft.com/office/powerpoint/2010/main" val="336112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6C68FC-9400-4D93-83DB-62D4B14B6116}" type="datetimeFigureOut">
              <a:rPr lang="en-US" smtClean="0"/>
              <a:t>3/3/2023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0D058E-357A-47BB-81C8-080B62323BAF}" type="slidenum">
              <a:rPr lang="en-US" smtClean="0"/>
              <a:t>‹#›</a:t>
            </a:fld>
            <a:endParaRPr lang="en-US"/>
          </a:p>
        </p:txBody>
      </p:sp>
    </p:spTree>
    <p:extLst>
      <p:ext uri="{BB962C8B-B14F-4D97-AF65-F5344CB8AC3E}">
        <p14:creationId xmlns:p14="http://schemas.microsoft.com/office/powerpoint/2010/main" val="2897517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6C68FC-9400-4D93-83DB-62D4B14B6116}" type="datetimeFigureOut">
              <a:rPr lang="en-US" smtClean="0"/>
              <a:t>3/3/2023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0D058E-357A-47BB-81C8-080B62323BAF}" type="slidenum">
              <a:rPr lang="en-US" smtClean="0"/>
              <a:t>‹#›</a:t>
            </a:fld>
            <a:endParaRPr lang="en-US"/>
          </a:p>
        </p:txBody>
      </p:sp>
    </p:spTree>
    <p:extLst>
      <p:ext uri="{BB962C8B-B14F-4D97-AF65-F5344CB8AC3E}">
        <p14:creationId xmlns:p14="http://schemas.microsoft.com/office/powerpoint/2010/main" val="872277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1371600"/>
            <a:ext cx="6400800" cy="4038600"/>
          </a:xfrm>
        </p:spPr>
        <p:txBody>
          <a:bodyPr>
            <a:normAutofit fontScale="92500" lnSpcReduction="10000"/>
          </a:bodyPr>
          <a:lstStyle/>
          <a:p>
            <a:r>
              <a:rPr lang="en-US" sz="6000" dirty="0">
                <a:solidFill>
                  <a:schemeClr val="tx1"/>
                </a:solidFill>
              </a:rPr>
              <a:t>IN THE  NAME OF THE FATHER, AND OF THE SON, AND OF THE HOLY SPIRIT. AMEN</a:t>
            </a:r>
          </a:p>
          <a:p>
            <a:endParaRPr lang="en-US" dirty="0"/>
          </a:p>
        </p:txBody>
      </p:sp>
    </p:spTree>
    <p:extLst>
      <p:ext uri="{BB962C8B-B14F-4D97-AF65-F5344CB8AC3E}">
        <p14:creationId xmlns:p14="http://schemas.microsoft.com/office/powerpoint/2010/main" val="3849711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buNone/>
            </a:pPr>
            <a:r>
              <a:rPr lang="en-US" sz="4000" dirty="0"/>
              <a:t>LEADER: </a:t>
            </a:r>
            <a:r>
              <a:rPr lang="en-US" sz="4000" dirty="0">
                <a:solidFill>
                  <a:srgbClr val="002060"/>
                </a:solidFill>
              </a:rPr>
              <a:t>HAIL MARY, FULL OF GRACE; 	THE LORD  IS WITH YOU.</a:t>
            </a:r>
          </a:p>
          <a:p>
            <a:pPr marL="0" indent="0">
              <a:buNone/>
            </a:pPr>
            <a:r>
              <a:rPr lang="en-US" sz="4000" dirty="0"/>
              <a:t>REST: </a:t>
            </a:r>
            <a:r>
              <a:rPr lang="en-US" sz="4000" dirty="0">
                <a:solidFill>
                  <a:srgbClr val="C00000"/>
                </a:solidFill>
              </a:rPr>
              <a:t>BLESSED ARE YOU AMONG 	WOMEN AND BLESSED IS THE 	FRUIT OF THY WOMB, JESUS.</a:t>
            </a:r>
          </a:p>
          <a:p>
            <a:pPr marL="0" indent="0">
              <a:buNone/>
            </a:pPr>
            <a:r>
              <a:rPr lang="en-US" sz="4000" dirty="0"/>
              <a:t>LEADER: </a:t>
            </a:r>
            <a:r>
              <a:rPr lang="en-US" sz="4000" dirty="0">
                <a:solidFill>
                  <a:srgbClr val="002060"/>
                </a:solidFill>
              </a:rPr>
              <a:t>O LORD, OPEN MY LIPS,</a:t>
            </a:r>
          </a:p>
          <a:p>
            <a:pPr marL="0" indent="0">
              <a:buNone/>
            </a:pPr>
            <a:r>
              <a:rPr lang="en-US" sz="4000" dirty="0"/>
              <a:t>REST: </a:t>
            </a:r>
            <a:r>
              <a:rPr lang="en-US" sz="4000" dirty="0">
                <a:solidFill>
                  <a:srgbClr val="C00000"/>
                </a:solidFill>
              </a:rPr>
              <a:t>AND MY TONGUE SHALL 	DECLARE YOUR PRAISE</a:t>
            </a:r>
          </a:p>
        </p:txBody>
      </p:sp>
    </p:spTree>
    <p:extLst>
      <p:ext uri="{BB962C8B-B14F-4D97-AF65-F5344CB8AC3E}">
        <p14:creationId xmlns:p14="http://schemas.microsoft.com/office/powerpoint/2010/main" val="2269846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248400"/>
          </a:xfrm>
        </p:spPr>
        <p:txBody>
          <a:bodyPr>
            <a:noAutofit/>
          </a:bodyPr>
          <a:lstStyle/>
          <a:p>
            <a:pPr marL="0" indent="0">
              <a:buNone/>
            </a:pPr>
            <a:r>
              <a:rPr lang="en-US" sz="4000" dirty="0"/>
              <a:t>LEADER: </a:t>
            </a:r>
            <a:r>
              <a:rPr lang="en-US" sz="4000" dirty="0">
                <a:solidFill>
                  <a:srgbClr val="002060"/>
                </a:solidFill>
              </a:rPr>
              <a:t>O GOD, COME TO MY 	ASSISTANCE</a:t>
            </a:r>
          </a:p>
          <a:p>
            <a:pPr marL="0" indent="0">
              <a:buNone/>
            </a:pPr>
            <a:r>
              <a:rPr lang="en-US" sz="4000" dirty="0"/>
              <a:t>REST: </a:t>
            </a:r>
            <a:r>
              <a:rPr lang="en-US" sz="4000" dirty="0">
                <a:solidFill>
                  <a:srgbClr val="C00000"/>
                </a:solidFill>
              </a:rPr>
              <a:t>O LORD, MAKE HASTE TO HELP ME.</a:t>
            </a:r>
          </a:p>
          <a:p>
            <a:pPr marL="0" indent="0">
              <a:buNone/>
            </a:pPr>
            <a:r>
              <a:rPr lang="en-US" sz="4000" dirty="0"/>
              <a:t>LEADER: </a:t>
            </a:r>
            <a:r>
              <a:rPr lang="en-US" sz="4000" dirty="0">
                <a:solidFill>
                  <a:srgbClr val="002060"/>
                </a:solidFill>
              </a:rPr>
              <a:t>GLORY BE TO THE FATHER,  AND 	TO THE SON, AND TO THE 	HOLY  	SPIRIT.</a:t>
            </a:r>
          </a:p>
          <a:p>
            <a:pPr marL="0" indent="0">
              <a:buNone/>
            </a:pPr>
            <a:r>
              <a:rPr lang="en-US" sz="4000" dirty="0"/>
              <a:t>REST: </a:t>
            </a:r>
            <a:r>
              <a:rPr lang="en-US" sz="4000" dirty="0">
                <a:solidFill>
                  <a:srgbClr val="C00000"/>
                </a:solidFill>
              </a:rPr>
              <a:t>AS IT WAS IN THE BEGINNING, IS 	NOW AND EVER SHALL BE WORLD 	WITHOUT END. AMEN</a:t>
            </a:r>
          </a:p>
          <a:p>
            <a:pPr marL="0" indent="0">
              <a:buNone/>
            </a:pPr>
            <a:endParaRPr lang="en-US" sz="2800" dirty="0">
              <a:solidFill>
                <a:srgbClr val="FF0000"/>
              </a:solidFill>
            </a:endParaRPr>
          </a:p>
        </p:txBody>
      </p:sp>
    </p:spTree>
    <p:extLst>
      <p:ext uri="{BB962C8B-B14F-4D97-AF65-F5344CB8AC3E}">
        <p14:creationId xmlns:p14="http://schemas.microsoft.com/office/powerpoint/2010/main" val="4070731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THE APOSTLES‘ CREED</a:t>
            </a:r>
          </a:p>
          <a:p>
            <a:pPr marL="0" indent="0" algn="ctr">
              <a:buNone/>
            </a:pPr>
            <a:endParaRPr lang="en-US" sz="4000" dirty="0"/>
          </a:p>
          <a:p>
            <a:pPr marL="0" indent="0" algn="ctr">
              <a:buNone/>
            </a:pPr>
            <a:r>
              <a:rPr lang="en-US" sz="4000" dirty="0"/>
              <a:t>I BELIEVE IN GOD, THE FATHER ALMIGHTY, CREATOR OF HEAVEN AND EARTH. </a:t>
            </a:r>
          </a:p>
          <a:p>
            <a:pPr marL="0" indent="0" algn="ctr">
              <a:buNone/>
            </a:pPr>
            <a:r>
              <a:rPr lang="en-US" sz="4000" dirty="0"/>
              <a:t>I BELIEVE IN JESUS CHRIST, HIS ONLY SON, OUR LORD; HE WAS CONCEIVED BY THE POWER OF THE HOLY SPIRIT AND BORN OF THE VIRGIN MARY. </a:t>
            </a:r>
            <a:endParaRPr lang="en-US" sz="2800" dirty="0"/>
          </a:p>
        </p:txBody>
      </p:sp>
    </p:spTree>
    <p:extLst>
      <p:ext uri="{BB962C8B-B14F-4D97-AF65-F5344CB8AC3E}">
        <p14:creationId xmlns:p14="http://schemas.microsoft.com/office/powerpoint/2010/main" val="1023354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HE SUFFERED UNDER PONTIUS PILATE, WAS CRUCIFIED, DIED AND WAS BURIED. HE DESCENDED INTO THE DEAD. ON THE THIRD DAY HE ROSE AGAIN. HE ASCENDED INTO HEAVEN  AND IS SITTED AT THE RIGHT HAND OF THE FATHER. HE WILL COME AGAIN TO JUDGE THE LIVING AND THE DEAD.</a:t>
            </a:r>
          </a:p>
        </p:txBody>
      </p:sp>
    </p:spTree>
    <p:extLst>
      <p:ext uri="{BB962C8B-B14F-4D97-AF65-F5344CB8AC3E}">
        <p14:creationId xmlns:p14="http://schemas.microsoft.com/office/powerpoint/2010/main" val="2229843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I BELIEVE IN THE HOLY SPIRIT, THE HOLY CATHOLIC CHURCH, THE COMMUNION OF SAINTS, THE FORGIVENESS OF SINS, THE RESSURECTION OF THE BODY, AND LIFE EVERLASTING. AMEN</a:t>
            </a:r>
          </a:p>
          <a:p>
            <a:pPr marL="0" indent="0" algn="ctr">
              <a:buNone/>
            </a:pPr>
            <a:endParaRPr lang="en-US" sz="2800" dirty="0">
              <a:solidFill>
                <a:srgbClr val="FF0000"/>
              </a:solidFill>
            </a:endParaRPr>
          </a:p>
          <a:p>
            <a:pPr marL="0" indent="0" algn="ctr">
              <a:buNone/>
            </a:pPr>
            <a:r>
              <a:rPr lang="en-US" sz="4000" dirty="0"/>
              <a:t> </a:t>
            </a:r>
            <a:endParaRPr lang="en-US" sz="2800" dirty="0"/>
          </a:p>
        </p:txBody>
      </p:sp>
    </p:spTree>
    <p:extLst>
      <p:ext uri="{BB962C8B-B14F-4D97-AF65-F5344CB8AC3E}">
        <p14:creationId xmlns:p14="http://schemas.microsoft.com/office/powerpoint/2010/main" val="2676875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3600" dirty="0"/>
              <a:t>OUR FATHER</a:t>
            </a:r>
          </a:p>
          <a:p>
            <a:pPr marL="0" indent="0">
              <a:buNone/>
            </a:pPr>
            <a:r>
              <a:rPr lang="en-US" sz="3600" dirty="0">
                <a:solidFill>
                  <a:srgbClr val="002060"/>
                </a:solidFill>
              </a:rPr>
              <a:t>OUR FATHER, WHO ARE IN HEAVEN: HOLY BE YOUR NAME. YOUR KINGDOM COME. YOUR WILL BE DONE ON EARTH AS IT IS IN HEAVEN.</a:t>
            </a:r>
          </a:p>
          <a:p>
            <a:pPr marL="0" indent="0" algn="r">
              <a:buNone/>
            </a:pPr>
            <a:r>
              <a:rPr lang="en-US" sz="3600" dirty="0">
                <a:solidFill>
                  <a:srgbClr val="C00000"/>
                </a:solidFill>
              </a:rPr>
              <a:t>GIVE US THIS DAY OUR DAILY BREAD. AND FORGIVE US OUR SINS AS WE FORGIVE THOSE WHO SIN AGAINST US. AND DO NOT BRING US TO THE TEST. BUT DELIVER US FROM EVIL. AMEN</a:t>
            </a:r>
          </a:p>
        </p:txBody>
      </p:sp>
    </p:spTree>
    <p:extLst>
      <p:ext uri="{BB962C8B-B14F-4D97-AF65-F5344CB8AC3E}">
        <p14:creationId xmlns:p14="http://schemas.microsoft.com/office/powerpoint/2010/main" val="697732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HAIL MARY</a:t>
            </a:r>
          </a:p>
          <a:p>
            <a:pPr marL="0" indent="0">
              <a:buNone/>
            </a:pPr>
            <a:r>
              <a:rPr lang="en-US" sz="4000" dirty="0">
                <a:solidFill>
                  <a:srgbClr val="002060"/>
                </a:solidFill>
              </a:rPr>
              <a:t>HAIL MARY, FULL OF GRACE;  THE LORD IS WITH YOU; BLESSED ARE YOU AMONG WOMEN AND BLESSED IS THE FRUIT OF YOUR WOMB, JESUS.</a:t>
            </a:r>
          </a:p>
          <a:p>
            <a:pPr marL="0" indent="0" algn="r">
              <a:buNone/>
            </a:pPr>
            <a:r>
              <a:rPr lang="en-US" sz="4000" dirty="0">
                <a:solidFill>
                  <a:srgbClr val="C00000"/>
                </a:solidFill>
              </a:rPr>
              <a:t>HOLY MARY, MOTHER OF GOD, PRAY FOR US SINNERS, NOW AND AT THE HOUR OF OUR DEATH. AMEN.</a:t>
            </a:r>
          </a:p>
        </p:txBody>
      </p:sp>
    </p:spTree>
    <p:extLst>
      <p:ext uri="{BB962C8B-B14F-4D97-AF65-F5344CB8AC3E}">
        <p14:creationId xmlns:p14="http://schemas.microsoft.com/office/powerpoint/2010/main" val="1629844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GLORY BE TO THE FATHER</a:t>
            </a:r>
          </a:p>
          <a:p>
            <a:pPr marL="0" indent="0" algn="ctr">
              <a:buNone/>
            </a:pPr>
            <a:endParaRPr lang="en-US" sz="4000" dirty="0"/>
          </a:p>
          <a:p>
            <a:pPr marL="0" indent="0">
              <a:buNone/>
            </a:pPr>
            <a:r>
              <a:rPr lang="en-US" sz="4000" dirty="0">
                <a:solidFill>
                  <a:srgbClr val="002060"/>
                </a:solidFill>
              </a:rPr>
              <a:t>GLORY BE TO THE FATHER, AND TO THE SON, AND TO THE </a:t>
            </a:r>
          </a:p>
          <a:p>
            <a:pPr marL="0" indent="0">
              <a:buNone/>
            </a:pPr>
            <a:r>
              <a:rPr lang="en-US" sz="4000" dirty="0">
                <a:solidFill>
                  <a:srgbClr val="002060"/>
                </a:solidFill>
              </a:rPr>
              <a:t>HOLY SPIRIT.</a:t>
            </a:r>
          </a:p>
          <a:p>
            <a:pPr marL="0" indent="0" algn="r">
              <a:buNone/>
            </a:pPr>
            <a:r>
              <a:rPr lang="en-US" sz="4000" dirty="0">
                <a:solidFill>
                  <a:srgbClr val="C00000"/>
                </a:solidFill>
              </a:rPr>
              <a:t>AS IT WAS IN THE BEGINNING, IS </a:t>
            </a:r>
          </a:p>
          <a:p>
            <a:pPr marL="0" indent="0" algn="r">
              <a:buNone/>
            </a:pPr>
            <a:r>
              <a:rPr lang="en-US" sz="4000" dirty="0">
                <a:solidFill>
                  <a:srgbClr val="C00000"/>
                </a:solidFill>
              </a:rPr>
              <a:t>NOW AND EVER SHALL BE </a:t>
            </a:r>
          </a:p>
          <a:p>
            <a:pPr marL="0" indent="0" algn="r">
              <a:buNone/>
            </a:pPr>
            <a:r>
              <a:rPr lang="en-US" sz="4000" dirty="0">
                <a:solidFill>
                  <a:srgbClr val="C00000"/>
                </a:solidFill>
              </a:rPr>
              <a:t>WORLD WITHOUT END. AMEN</a:t>
            </a:r>
          </a:p>
        </p:txBody>
      </p:sp>
    </p:spTree>
    <p:extLst>
      <p:ext uri="{BB962C8B-B14F-4D97-AF65-F5344CB8AC3E}">
        <p14:creationId xmlns:p14="http://schemas.microsoft.com/office/powerpoint/2010/main" val="338446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5400" dirty="0"/>
          </a:p>
          <a:p>
            <a:pPr marL="0" indent="0" algn="ctr">
              <a:buNone/>
            </a:pPr>
            <a:endParaRPr lang="en-US" sz="5400" dirty="0"/>
          </a:p>
          <a:p>
            <a:pPr marL="0" indent="0" algn="ctr">
              <a:buNone/>
            </a:pPr>
            <a:r>
              <a:rPr lang="en-US" sz="5400" dirty="0"/>
              <a:t>FIRST MYSTERY</a:t>
            </a:r>
          </a:p>
        </p:txBody>
      </p:sp>
    </p:spTree>
    <p:extLst>
      <p:ext uri="{BB962C8B-B14F-4D97-AF65-F5344CB8AC3E}">
        <p14:creationId xmlns:p14="http://schemas.microsoft.com/office/powerpoint/2010/main" val="1343176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6000" dirty="0"/>
          </a:p>
          <a:p>
            <a:pPr marL="0" indent="0" algn="ctr">
              <a:buNone/>
            </a:pPr>
            <a:endParaRPr lang="en-US" sz="6000" dirty="0"/>
          </a:p>
          <a:p>
            <a:pPr marL="0" indent="0" algn="ctr">
              <a:buNone/>
            </a:pPr>
            <a:r>
              <a:rPr lang="en-US" sz="5400" dirty="0"/>
              <a:t>PRAYER</a:t>
            </a:r>
            <a:r>
              <a:rPr lang="en-US" sz="6000" dirty="0"/>
              <a:t> PETITION</a:t>
            </a:r>
          </a:p>
          <a:p>
            <a:pPr marL="0" indent="0" algn="ctr">
              <a:buNone/>
            </a:pPr>
            <a:endParaRPr lang="en-US" sz="4000" dirty="0"/>
          </a:p>
        </p:txBody>
      </p:sp>
    </p:spTree>
    <p:extLst>
      <p:ext uri="{BB962C8B-B14F-4D97-AF65-F5344CB8AC3E}">
        <p14:creationId xmlns:p14="http://schemas.microsoft.com/office/powerpoint/2010/main" val="157102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3600" dirty="0"/>
              <a:t>OUR FATHER</a:t>
            </a:r>
          </a:p>
          <a:p>
            <a:pPr marL="0" indent="0">
              <a:buNone/>
            </a:pPr>
            <a:r>
              <a:rPr lang="en-US" sz="3600" dirty="0">
                <a:solidFill>
                  <a:srgbClr val="002060"/>
                </a:solidFill>
              </a:rPr>
              <a:t>OUR FATHER, WHO ARE IN HEAVEN: HOLY BE THY NAME. THY KINGDOM COME. THY WILL BE DONE ON EARTH AS IT IS IN HEAVEN.</a:t>
            </a:r>
          </a:p>
          <a:p>
            <a:pPr marL="0" indent="0" algn="r">
              <a:buNone/>
            </a:pPr>
            <a:r>
              <a:rPr lang="en-US" sz="3600" dirty="0">
                <a:solidFill>
                  <a:srgbClr val="C00000"/>
                </a:solidFill>
              </a:rPr>
              <a:t>GIVE US THIS DAY OUR DAILY BREAD. AND FORGIVE US OUR SINS AS WE FORGIVE THOSE WHO SIN AGAINST US. AND DO NOT BRING US TO THE TEST. BUT DELIVER US FROM EVIL. AMEN</a:t>
            </a:r>
          </a:p>
          <a:p>
            <a:pPr marL="0" indent="0" algn="ctr">
              <a:buNone/>
            </a:pPr>
            <a:endParaRPr lang="en-US" sz="3600" dirty="0">
              <a:solidFill>
                <a:srgbClr val="C00000"/>
              </a:solidFill>
            </a:endParaRPr>
          </a:p>
        </p:txBody>
      </p:sp>
    </p:spTree>
    <p:extLst>
      <p:ext uri="{BB962C8B-B14F-4D97-AF65-F5344CB8AC3E}">
        <p14:creationId xmlns:p14="http://schemas.microsoft.com/office/powerpoint/2010/main" val="46201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HAIL MARY</a:t>
            </a:r>
          </a:p>
          <a:p>
            <a:pPr marL="0" indent="0">
              <a:buNone/>
            </a:pPr>
            <a:r>
              <a:rPr lang="en-US" sz="4000" dirty="0">
                <a:solidFill>
                  <a:srgbClr val="002060"/>
                </a:solidFill>
              </a:rPr>
              <a:t>HAIL MARY, FULL OF GRACE;  THE LORD IS WITH YOU; BLESSED ARE YOU AMONG WOMEN AND BLESSED IS THE FRUIT OF YOUR WOMB, JESUS.</a:t>
            </a:r>
          </a:p>
          <a:p>
            <a:pPr marL="0" indent="0" algn="r">
              <a:buNone/>
            </a:pPr>
            <a:r>
              <a:rPr lang="en-US" sz="4000" dirty="0">
                <a:solidFill>
                  <a:srgbClr val="C00000"/>
                </a:solidFill>
              </a:rPr>
              <a:t>HOLY MARY, MOTHER OF GOD, PRAY FOR US SINNERS, NOW AND AT THE HOUR OF OUR DEATH. AMEN.</a:t>
            </a:r>
          </a:p>
        </p:txBody>
      </p:sp>
    </p:spTree>
    <p:extLst>
      <p:ext uri="{BB962C8B-B14F-4D97-AF65-F5344CB8AC3E}">
        <p14:creationId xmlns:p14="http://schemas.microsoft.com/office/powerpoint/2010/main" val="1998803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GLORY BE TO THE FATHER</a:t>
            </a:r>
          </a:p>
          <a:p>
            <a:pPr marL="0" indent="0" algn="ctr">
              <a:buNone/>
            </a:pPr>
            <a:endParaRPr lang="en-US" sz="4000" dirty="0"/>
          </a:p>
          <a:p>
            <a:pPr marL="0" indent="0">
              <a:buNone/>
            </a:pPr>
            <a:r>
              <a:rPr lang="en-US" sz="4000" dirty="0">
                <a:solidFill>
                  <a:srgbClr val="002060"/>
                </a:solidFill>
              </a:rPr>
              <a:t>GLORY BE TO THE FATHER, AND TO THE SON, AND TO THE </a:t>
            </a:r>
          </a:p>
          <a:p>
            <a:pPr marL="0" indent="0">
              <a:buNone/>
            </a:pPr>
            <a:r>
              <a:rPr lang="en-US" sz="4000" dirty="0">
                <a:solidFill>
                  <a:srgbClr val="002060"/>
                </a:solidFill>
              </a:rPr>
              <a:t>HOLY SPIRIT.</a:t>
            </a:r>
          </a:p>
          <a:p>
            <a:pPr marL="0" indent="0" algn="r">
              <a:buNone/>
            </a:pPr>
            <a:r>
              <a:rPr lang="en-US" sz="4000" dirty="0">
                <a:solidFill>
                  <a:srgbClr val="C00000"/>
                </a:solidFill>
              </a:rPr>
              <a:t>AS IT WAS IN THE BEGINNING, IS </a:t>
            </a:r>
          </a:p>
          <a:p>
            <a:pPr marL="0" indent="0" algn="r">
              <a:buNone/>
            </a:pPr>
            <a:r>
              <a:rPr lang="en-US" sz="4000" dirty="0">
                <a:solidFill>
                  <a:srgbClr val="C00000"/>
                </a:solidFill>
              </a:rPr>
              <a:t>NOW AND EVER SHALL BE </a:t>
            </a:r>
          </a:p>
          <a:p>
            <a:pPr marL="0" indent="0" algn="r">
              <a:buNone/>
            </a:pPr>
            <a:r>
              <a:rPr lang="en-US" sz="4000" dirty="0">
                <a:solidFill>
                  <a:srgbClr val="C00000"/>
                </a:solidFill>
              </a:rPr>
              <a:t>WORLD WITHOUT END. AMEN</a:t>
            </a:r>
          </a:p>
        </p:txBody>
      </p:sp>
    </p:spTree>
    <p:extLst>
      <p:ext uri="{BB962C8B-B14F-4D97-AF65-F5344CB8AC3E}">
        <p14:creationId xmlns:p14="http://schemas.microsoft.com/office/powerpoint/2010/main" val="4053620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4000" dirty="0"/>
          </a:p>
          <a:p>
            <a:pPr marL="0" indent="0" algn="ctr">
              <a:buNone/>
            </a:pPr>
            <a:r>
              <a:rPr lang="en-US" sz="4000" dirty="0"/>
              <a:t>O MY JESUS, FORGIVE US OUR SINS, SAVE US FROM THE FIRES OF HELL, AND LEAD ALL SOULS TO HEAVEN, SPECIALLY THOSE WHO NEED MOST OF YOUR MERCY</a:t>
            </a:r>
          </a:p>
        </p:txBody>
      </p:sp>
    </p:spTree>
    <p:extLst>
      <p:ext uri="{BB962C8B-B14F-4D97-AF65-F5344CB8AC3E}">
        <p14:creationId xmlns:p14="http://schemas.microsoft.com/office/powerpoint/2010/main" val="235702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5400" dirty="0"/>
          </a:p>
          <a:p>
            <a:pPr marL="0" indent="0" algn="ctr">
              <a:buNone/>
            </a:pPr>
            <a:endParaRPr lang="en-US" sz="5400" dirty="0"/>
          </a:p>
          <a:p>
            <a:pPr marL="0" indent="0" algn="ctr">
              <a:buNone/>
            </a:pPr>
            <a:r>
              <a:rPr lang="en-US" sz="5400" dirty="0"/>
              <a:t>SECOND MYSTERY</a:t>
            </a:r>
          </a:p>
        </p:txBody>
      </p:sp>
    </p:spTree>
    <p:extLst>
      <p:ext uri="{BB962C8B-B14F-4D97-AF65-F5344CB8AC3E}">
        <p14:creationId xmlns:p14="http://schemas.microsoft.com/office/powerpoint/2010/main" val="1279906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4800" dirty="0"/>
          </a:p>
          <a:p>
            <a:pPr marL="0" indent="0" algn="ctr">
              <a:buNone/>
            </a:pPr>
            <a:endParaRPr lang="en-US" sz="4800" dirty="0"/>
          </a:p>
          <a:p>
            <a:pPr marL="0" indent="0" algn="ctr">
              <a:buNone/>
            </a:pPr>
            <a:r>
              <a:rPr lang="en-US" sz="5400" dirty="0"/>
              <a:t>PRAYER PETITION</a:t>
            </a:r>
          </a:p>
          <a:p>
            <a:pPr marL="0" indent="0" algn="ctr">
              <a:buNone/>
            </a:pPr>
            <a:endParaRPr lang="en-US" sz="4000" dirty="0"/>
          </a:p>
        </p:txBody>
      </p:sp>
    </p:spTree>
    <p:extLst>
      <p:ext uri="{BB962C8B-B14F-4D97-AF65-F5344CB8AC3E}">
        <p14:creationId xmlns:p14="http://schemas.microsoft.com/office/powerpoint/2010/main" val="2401104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3600" dirty="0"/>
              <a:t>OUR FATHER</a:t>
            </a:r>
          </a:p>
          <a:p>
            <a:pPr marL="0" indent="0">
              <a:buNone/>
            </a:pPr>
            <a:r>
              <a:rPr lang="en-US" sz="3600" dirty="0">
                <a:solidFill>
                  <a:srgbClr val="002060"/>
                </a:solidFill>
              </a:rPr>
              <a:t>OUR FATHER, WHO ARE IN HEAVEN: HOLY BE THY NAME. THY KINGDOM COME. THY WILL BE DONE ON EARTH AS IT IS IN HEAVEN.</a:t>
            </a:r>
          </a:p>
          <a:p>
            <a:pPr marL="0" indent="0" algn="r">
              <a:buNone/>
            </a:pPr>
            <a:r>
              <a:rPr lang="en-US" sz="3600" dirty="0">
                <a:solidFill>
                  <a:srgbClr val="C00000"/>
                </a:solidFill>
              </a:rPr>
              <a:t>GIVE US THIS DAY OUR DAILY BREAD. AND FORGIVE US OUR SINS AS WE FORGIVE THOSE WHO SIN AGAINST US. AND DO NOT BRING US TO THE TEST. BUT DELIVER US FROM EVIL. AMEN</a:t>
            </a:r>
          </a:p>
          <a:p>
            <a:pPr marL="0" indent="0" algn="ctr">
              <a:buNone/>
            </a:pPr>
            <a:endParaRPr lang="en-US" sz="3600" dirty="0">
              <a:solidFill>
                <a:srgbClr val="C00000"/>
              </a:solidFill>
            </a:endParaRPr>
          </a:p>
        </p:txBody>
      </p:sp>
    </p:spTree>
    <p:extLst>
      <p:ext uri="{BB962C8B-B14F-4D97-AF65-F5344CB8AC3E}">
        <p14:creationId xmlns:p14="http://schemas.microsoft.com/office/powerpoint/2010/main" val="3146936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HAIL MARY</a:t>
            </a:r>
          </a:p>
          <a:p>
            <a:pPr marL="0" indent="0">
              <a:buNone/>
            </a:pPr>
            <a:r>
              <a:rPr lang="en-US" sz="4000" dirty="0">
                <a:solidFill>
                  <a:srgbClr val="002060"/>
                </a:solidFill>
              </a:rPr>
              <a:t>HAIL MARY, FULL OF GRACE;  THE LORD IS WITH YOU; BLESSED ARE YOU AMONG WOMEN AND BLESSED IS THE FRUIT OF YOUR WOMB, JESUS.</a:t>
            </a:r>
          </a:p>
          <a:p>
            <a:pPr marL="0" indent="0" algn="r">
              <a:buNone/>
            </a:pPr>
            <a:r>
              <a:rPr lang="en-US" sz="4000" dirty="0">
                <a:solidFill>
                  <a:srgbClr val="C00000"/>
                </a:solidFill>
              </a:rPr>
              <a:t>HOLY MARY, MOTHER OF GOD, PRAY FOR US SINNERS, NOW AND AT THE HOUR OF OUR DEATH. AMEN.</a:t>
            </a:r>
          </a:p>
        </p:txBody>
      </p:sp>
    </p:spTree>
    <p:extLst>
      <p:ext uri="{BB962C8B-B14F-4D97-AF65-F5344CB8AC3E}">
        <p14:creationId xmlns:p14="http://schemas.microsoft.com/office/powerpoint/2010/main" val="2492423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GLORY BE TO THE FATHER</a:t>
            </a:r>
          </a:p>
          <a:p>
            <a:pPr marL="0" indent="0" algn="ctr">
              <a:buNone/>
            </a:pPr>
            <a:endParaRPr lang="en-US" sz="4000" dirty="0"/>
          </a:p>
          <a:p>
            <a:pPr marL="0" indent="0">
              <a:buNone/>
            </a:pPr>
            <a:r>
              <a:rPr lang="en-US" sz="4000" dirty="0">
                <a:solidFill>
                  <a:srgbClr val="002060"/>
                </a:solidFill>
              </a:rPr>
              <a:t>GLORY BE TO THE FATHER, AND TO THE SON, AND TO THE </a:t>
            </a:r>
          </a:p>
          <a:p>
            <a:pPr marL="0" indent="0">
              <a:buNone/>
            </a:pPr>
            <a:r>
              <a:rPr lang="en-US" sz="4000" dirty="0">
                <a:solidFill>
                  <a:srgbClr val="002060"/>
                </a:solidFill>
              </a:rPr>
              <a:t>HOLY SPIRIT.</a:t>
            </a:r>
          </a:p>
          <a:p>
            <a:pPr marL="0" indent="0" algn="r">
              <a:buNone/>
            </a:pPr>
            <a:r>
              <a:rPr lang="en-US" sz="4000" dirty="0">
                <a:solidFill>
                  <a:srgbClr val="C00000"/>
                </a:solidFill>
              </a:rPr>
              <a:t>AS IT WAS IN THE BEGINNING, IS </a:t>
            </a:r>
          </a:p>
          <a:p>
            <a:pPr marL="0" indent="0" algn="r">
              <a:buNone/>
            </a:pPr>
            <a:r>
              <a:rPr lang="en-US" sz="4000" dirty="0">
                <a:solidFill>
                  <a:srgbClr val="C00000"/>
                </a:solidFill>
              </a:rPr>
              <a:t>NOW AND EVER SHALL BE </a:t>
            </a:r>
          </a:p>
          <a:p>
            <a:pPr marL="0" indent="0" algn="r">
              <a:buNone/>
            </a:pPr>
            <a:r>
              <a:rPr lang="en-US" sz="4000" dirty="0">
                <a:solidFill>
                  <a:srgbClr val="C00000"/>
                </a:solidFill>
              </a:rPr>
              <a:t>WORLD WITHOUT END. AMEN</a:t>
            </a:r>
          </a:p>
        </p:txBody>
      </p:sp>
    </p:spTree>
    <p:extLst>
      <p:ext uri="{BB962C8B-B14F-4D97-AF65-F5344CB8AC3E}">
        <p14:creationId xmlns:p14="http://schemas.microsoft.com/office/powerpoint/2010/main" val="3268719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4000" dirty="0"/>
          </a:p>
          <a:p>
            <a:pPr marL="0" indent="0" algn="ctr">
              <a:buNone/>
            </a:pPr>
            <a:r>
              <a:rPr lang="en-US" sz="4000" dirty="0"/>
              <a:t>O MY JESUS, FORGIVE US OUR SINS, SAVE US FROM THE FIRES OF HELL, AND LEAD ALL SOULS TO HEAVEN, SPECIALLY THOSE WHO NEED MOST OF YOUR MERCY</a:t>
            </a:r>
          </a:p>
        </p:txBody>
      </p:sp>
    </p:spTree>
    <p:extLst>
      <p:ext uri="{BB962C8B-B14F-4D97-AF65-F5344CB8AC3E}">
        <p14:creationId xmlns:p14="http://schemas.microsoft.com/office/powerpoint/2010/main" val="2350710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4000" dirty="0"/>
          </a:p>
          <a:p>
            <a:pPr marL="0" indent="0" algn="ctr">
              <a:buNone/>
            </a:pPr>
            <a:endParaRPr lang="en-US" sz="4000" dirty="0"/>
          </a:p>
          <a:p>
            <a:pPr marL="0" indent="0" algn="ctr">
              <a:buNone/>
            </a:pPr>
            <a:endParaRPr lang="en-US" sz="4000" dirty="0"/>
          </a:p>
          <a:p>
            <a:pPr marL="0" indent="0" algn="ctr">
              <a:buNone/>
            </a:pPr>
            <a:r>
              <a:rPr lang="en-US" sz="5400" dirty="0"/>
              <a:t>THIRD MYSTERY</a:t>
            </a:r>
          </a:p>
          <a:p>
            <a:pPr marL="0" indent="0" algn="ctr">
              <a:buNone/>
            </a:pPr>
            <a:endParaRPr lang="en-US" sz="3600" dirty="0">
              <a:solidFill>
                <a:srgbClr val="C00000"/>
              </a:solidFill>
            </a:endParaRPr>
          </a:p>
        </p:txBody>
      </p:sp>
    </p:spTree>
    <p:extLst>
      <p:ext uri="{BB962C8B-B14F-4D97-AF65-F5344CB8AC3E}">
        <p14:creationId xmlns:p14="http://schemas.microsoft.com/office/powerpoint/2010/main" val="1455557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4800" dirty="0"/>
          </a:p>
          <a:p>
            <a:pPr marL="0" indent="0" algn="ctr">
              <a:buNone/>
            </a:pPr>
            <a:endParaRPr lang="en-US" sz="4800" dirty="0"/>
          </a:p>
          <a:p>
            <a:pPr marL="0" indent="0" algn="ctr">
              <a:buNone/>
            </a:pPr>
            <a:r>
              <a:rPr lang="en-US" sz="5400" dirty="0"/>
              <a:t>PRAYER PETITION</a:t>
            </a:r>
          </a:p>
          <a:p>
            <a:pPr marL="0" indent="0" algn="ctr">
              <a:buNone/>
            </a:pPr>
            <a:endParaRPr lang="en-US" sz="4000" dirty="0"/>
          </a:p>
        </p:txBody>
      </p:sp>
    </p:spTree>
    <p:extLst>
      <p:ext uri="{BB962C8B-B14F-4D97-AF65-F5344CB8AC3E}">
        <p14:creationId xmlns:p14="http://schemas.microsoft.com/office/powerpoint/2010/main" val="281356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3600" dirty="0"/>
              <a:t>OUR FATHER</a:t>
            </a:r>
          </a:p>
          <a:p>
            <a:pPr marL="0" indent="0">
              <a:buNone/>
            </a:pPr>
            <a:r>
              <a:rPr lang="en-US" sz="3600" dirty="0">
                <a:solidFill>
                  <a:srgbClr val="002060"/>
                </a:solidFill>
              </a:rPr>
              <a:t>OUR FATHER, WHO ARE IN HEAVEN: HOLY BE THY NAME. THY KINGDOM COME. THY WILL BE DONE ON EARTH AS IT IS IN HEAVEN.</a:t>
            </a:r>
          </a:p>
          <a:p>
            <a:pPr marL="0" indent="0" algn="r">
              <a:buNone/>
            </a:pPr>
            <a:r>
              <a:rPr lang="en-US" sz="3600" dirty="0">
                <a:solidFill>
                  <a:srgbClr val="C00000"/>
                </a:solidFill>
              </a:rPr>
              <a:t>GIVE US THIS DAY OUR DAILY BREAD. AND FORGIVE US OUR SINS AS WE FORGIVE THOSE WHO SIN AGAINST US. AND DO NOT BRING US TO THE TEST. BUT DELIVER US FROM EVIL. AMEN</a:t>
            </a:r>
          </a:p>
          <a:p>
            <a:pPr marL="0" indent="0" algn="ctr">
              <a:buNone/>
            </a:pPr>
            <a:endParaRPr lang="en-US" sz="3600" dirty="0">
              <a:solidFill>
                <a:srgbClr val="C00000"/>
              </a:solidFill>
            </a:endParaRPr>
          </a:p>
        </p:txBody>
      </p:sp>
    </p:spTree>
    <p:extLst>
      <p:ext uri="{BB962C8B-B14F-4D97-AF65-F5344CB8AC3E}">
        <p14:creationId xmlns:p14="http://schemas.microsoft.com/office/powerpoint/2010/main" val="31469361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HAIL MARY</a:t>
            </a:r>
          </a:p>
          <a:p>
            <a:pPr marL="0" indent="0">
              <a:buNone/>
            </a:pPr>
            <a:r>
              <a:rPr lang="en-US" sz="4000" dirty="0">
                <a:solidFill>
                  <a:srgbClr val="002060"/>
                </a:solidFill>
              </a:rPr>
              <a:t>HAIL MARY, FULL OF GRACE;  THE LORD IS WITH YOU; BLESSED ARE YOU AMONG WOMEN AND BLESSED IS THE FRUIT OF YOUR WOMB, JESUS.</a:t>
            </a:r>
          </a:p>
          <a:p>
            <a:pPr marL="0" indent="0" algn="r">
              <a:buNone/>
            </a:pPr>
            <a:r>
              <a:rPr lang="en-US" sz="4000" dirty="0">
                <a:solidFill>
                  <a:srgbClr val="C00000"/>
                </a:solidFill>
              </a:rPr>
              <a:t>HOLY MARY, MOTHER OF GOD, PRAY FOR US SINNERS, NOW AND AT THE HOUR OF OUR DEATH. AMEN.</a:t>
            </a:r>
          </a:p>
        </p:txBody>
      </p:sp>
    </p:spTree>
    <p:extLst>
      <p:ext uri="{BB962C8B-B14F-4D97-AF65-F5344CB8AC3E}">
        <p14:creationId xmlns:p14="http://schemas.microsoft.com/office/powerpoint/2010/main" val="2492423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GLORY BE TO THE FATHER</a:t>
            </a:r>
          </a:p>
          <a:p>
            <a:pPr marL="0" indent="0" algn="ctr">
              <a:buNone/>
            </a:pPr>
            <a:endParaRPr lang="en-US" sz="4000" dirty="0"/>
          </a:p>
          <a:p>
            <a:pPr marL="0" indent="0">
              <a:buNone/>
            </a:pPr>
            <a:r>
              <a:rPr lang="en-US" sz="4000" dirty="0">
                <a:solidFill>
                  <a:srgbClr val="002060"/>
                </a:solidFill>
              </a:rPr>
              <a:t>GLORY BE TO THE FATHER, AND TO THE SON, AND TO THE </a:t>
            </a:r>
          </a:p>
          <a:p>
            <a:pPr marL="0" indent="0">
              <a:buNone/>
            </a:pPr>
            <a:r>
              <a:rPr lang="en-US" sz="4000" dirty="0">
                <a:solidFill>
                  <a:srgbClr val="002060"/>
                </a:solidFill>
              </a:rPr>
              <a:t>HOLY SPIRIT.</a:t>
            </a:r>
          </a:p>
          <a:p>
            <a:pPr marL="0" indent="0" algn="r">
              <a:buNone/>
            </a:pPr>
            <a:r>
              <a:rPr lang="en-US" sz="4000" dirty="0">
                <a:solidFill>
                  <a:srgbClr val="C00000"/>
                </a:solidFill>
              </a:rPr>
              <a:t>AS IT WAS IN THE BEGINNING, IS </a:t>
            </a:r>
          </a:p>
          <a:p>
            <a:pPr marL="0" indent="0" algn="r">
              <a:buNone/>
            </a:pPr>
            <a:r>
              <a:rPr lang="en-US" sz="4000" dirty="0">
                <a:solidFill>
                  <a:srgbClr val="C00000"/>
                </a:solidFill>
              </a:rPr>
              <a:t>NOW AND EVER SHALL BE </a:t>
            </a:r>
          </a:p>
          <a:p>
            <a:pPr marL="0" indent="0" algn="r">
              <a:buNone/>
            </a:pPr>
            <a:r>
              <a:rPr lang="en-US" sz="4000" dirty="0">
                <a:solidFill>
                  <a:srgbClr val="C00000"/>
                </a:solidFill>
              </a:rPr>
              <a:t>WORLD WITHOUT END. AMEN</a:t>
            </a:r>
          </a:p>
        </p:txBody>
      </p:sp>
    </p:spTree>
    <p:extLst>
      <p:ext uri="{BB962C8B-B14F-4D97-AF65-F5344CB8AC3E}">
        <p14:creationId xmlns:p14="http://schemas.microsoft.com/office/powerpoint/2010/main" val="3268719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4000" dirty="0"/>
          </a:p>
          <a:p>
            <a:pPr marL="0" indent="0" algn="ctr">
              <a:buNone/>
            </a:pPr>
            <a:r>
              <a:rPr lang="en-US" sz="4000" dirty="0"/>
              <a:t>O MY JESUS, FORGIVE US OUR SINS, SAVE US FROM THE FIRES OF HELL, AND LEAD ALL SOULS TO HEAVEN, SPECIALLY THOSE WHO NEED MOST OF YOUR MERCY</a:t>
            </a:r>
          </a:p>
        </p:txBody>
      </p:sp>
    </p:spTree>
    <p:extLst>
      <p:ext uri="{BB962C8B-B14F-4D97-AF65-F5344CB8AC3E}">
        <p14:creationId xmlns:p14="http://schemas.microsoft.com/office/powerpoint/2010/main" val="23507103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5400" dirty="0"/>
          </a:p>
          <a:p>
            <a:pPr marL="0" indent="0" algn="ctr">
              <a:buNone/>
            </a:pPr>
            <a:endParaRPr lang="en-US" sz="5400" dirty="0"/>
          </a:p>
          <a:p>
            <a:pPr marL="0" indent="0" algn="ctr">
              <a:buNone/>
            </a:pPr>
            <a:r>
              <a:rPr lang="en-US" sz="5400" dirty="0"/>
              <a:t>FOURTH MYSTERY</a:t>
            </a:r>
          </a:p>
          <a:p>
            <a:pPr marL="0" indent="0" algn="ctr">
              <a:buNone/>
            </a:pPr>
            <a:endParaRPr lang="en-US" sz="3600" dirty="0">
              <a:solidFill>
                <a:srgbClr val="C00000"/>
              </a:solidFill>
            </a:endParaRPr>
          </a:p>
        </p:txBody>
      </p:sp>
    </p:spTree>
    <p:extLst>
      <p:ext uri="{BB962C8B-B14F-4D97-AF65-F5344CB8AC3E}">
        <p14:creationId xmlns:p14="http://schemas.microsoft.com/office/powerpoint/2010/main" val="8928637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4800" dirty="0"/>
          </a:p>
          <a:p>
            <a:pPr marL="0" indent="0" algn="ctr">
              <a:buNone/>
            </a:pPr>
            <a:endParaRPr lang="en-US" sz="4800" dirty="0"/>
          </a:p>
          <a:p>
            <a:pPr marL="0" indent="0" algn="ctr">
              <a:buNone/>
            </a:pPr>
            <a:r>
              <a:rPr lang="en-US" sz="5400" dirty="0"/>
              <a:t>PRAYER PETITION</a:t>
            </a:r>
          </a:p>
          <a:p>
            <a:pPr marL="0" indent="0" algn="ctr">
              <a:buNone/>
            </a:pPr>
            <a:endParaRPr lang="en-US" sz="4000" dirty="0"/>
          </a:p>
        </p:txBody>
      </p:sp>
    </p:spTree>
    <p:extLst>
      <p:ext uri="{BB962C8B-B14F-4D97-AF65-F5344CB8AC3E}">
        <p14:creationId xmlns:p14="http://schemas.microsoft.com/office/powerpoint/2010/main" val="15897472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3600" dirty="0"/>
              <a:t>OUR FATHER</a:t>
            </a:r>
          </a:p>
          <a:p>
            <a:pPr marL="0" indent="0">
              <a:buNone/>
            </a:pPr>
            <a:r>
              <a:rPr lang="en-US" sz="3600" dirty="0">
                <a:solidFill>
                  <a:srgbClr val="002060"/>
                </a:solidFill>
              </a:rPr>
              <a:t>OUR FATHER, WHO ARE IN HEAVEN: HOLY BE THY NAME. THY KINGDOM COME. THY WILL BE DONE ON EARTH AS IT IS IN HEAVEN.</a:t>
            </a:r>
          </a:p>
          <a:p>
            <a:pPr marL="0" indent="0" algn="r">
              <a:buNone/>
            </a:pPr>
            <a:r>
              <a:rPr lang="en-US" sz="3600" dirty="0">
                <a:solidFill>
                  <a:srgbClr val="C00000"/>
                </a:solidFill>
              </a:rPr>
              <a:t>GIVE US THIS DAY OUR DAILY BREAD. AND FORGIVE US OUR SINS AS WE FORGIVE THOSE WHO SIN AGAINST US. AND DO NOT BRING US TO THE TEST. BUT DELIVER US FROM EVIL. AMEN</a:t>
            </a:r>
          </a:p>
          <a:p>
            <a:pPr marL="0" indent="0" algn="ctr">
              <a:buNone/>
            </a:pPr>
            <a:endParaRPr lang="en-US" sz="3600" dirty="0">
              <a:solidFill>
                <a:srgbClr val="C00000"/>
              </a:solidFill>
            </a:endParaRPr>
          </a:p>
        </p:txBody>
      </p:sp>
    </p:spTree>
    <p:extLst>
      <p:ext uri="{BB962C8B-B14F-4D97-AF65-F5344CB8AC3E}">
        <p14:creationId xmlns:p14="http://schemas.microsoft.com/office/powerpoint/2010/main" val="3146936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HAIL MARY</a:t>
            </a:r>
          </a:p>
          <a:p>
            <a:pPr marL="0" indent="0">
              <a:buNone/>
            </a:pPr>
            <a:r>
              <a:rPr lang="en-US" sz="4000" dirty="0">
                <a:solidFill>
                  <a:srgbClr val="002060"/>
                </a:solidFill>
              </a:rPr>
              <a:t>HAIL MARY, FULL OF GRACE;  THE LORD IS WITH YOU; BLESSED ARE YOU AMONG WOMEN AND BLESSED IS THE FRUIT OF YOUR WOMB, JESUS.</a:t>
            </a:r>
          </a:p>
          <a:p>
            <a:pPr marL="0" indent="0" algn="r">
              <a:buNone/>
            </a:pPr>
            <a:r>
              <a:rPr lang="en-US" sz="4000" dirty="0">
                <a:solidFill>
                  <a:srgbClr val="C00000"/>
                </a:solidFill>
              </a:rPr>
              <a:t>HOLY MARY, MOTHER OF GOD, PRAY FOR US SINNERS, NOW AND AT THE HOUR OF OUR DEATH. AMEN.</a:t>
            </a:r>
          </a:p>
        </p:txBody>
      </p:sp>
    </p:spTree>
    <p:extLst>
      <p:ext uri="{BB962C8B-B14F-4D97-AF65-F5344CB8AC3E}">
        <p14:creationId xmlns:p14="http://schemas.microsoft.com/office/powerpoint/2010/main" val="2492423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GLORY BE TO THE FATHER</a:t>
            </a:r>
          </a:p>
          <a:p>
            <a:pPr marL="0" indent="0" algn="ctr">
              <a:buNone/>
            </a:pPr>
            <a:endParaRPr lang="en-US" sz="4000" dirty="0"/>
          </a:p>
          <a:p>
            <a:pPr marL="0" indent="0">
              <a:buNone/>
            </a:pPr>
            <a:r>
              <a:rPr lang="en-US" sz="4000" dirty="0">
                <a:solidFill>
                  <a:srgbClr val="002060"/>
                </a:solidFill>
              </a:rPr>
              <a:t>GLORY BE TO THE FATHER, AND TO THE SON, AND TO THE </a:t>
            </a:r>
          </a:p>
          <a:p>
            <a:pPr marL="0" indent="0">
              <a:buNone/>
            </a:pPr>
            <a:r>
              <a:rPr lang="en-US" sz="4000" dirty="0">
                <a:solidFill>
                  <a:srgbClr val="002060"/>
                </a:solidFill>
              </a:rPr>
              <a:t>HOLY SPIRIT.</a:t>
            </a:r>
          </a:p>
          <a:p>
            <a:pPr marL="0" indent="0" algn="r">
              <a:buNone/>
            </a:pPr>
            <a:r>
              <a:rPr lang="en-US" sz="4000" dirty="0">
                <a:solidFill>
                  <a:srgbClr val="C00000"/>
                </a:solidFill>
              </a:rPr>
              <a:t>AS IT WAS IN THE BEGINNING, IS </a:t>
            </a:r>
          </a:p>
          <a:p>
            <a:pPr marL="0" indent="0" algn="r">
              <a:buNone/>
            </a:pPr>
            <a:r>
              <a:rPr lang="en-US" sz="4000" dirty="0">
                <a:solidFill>
                  <a:srgbClr val="C00000"/>
                </a:solidFill>
              </a:rPr>
              <a:t>NOW AND EVER SHALL BE </a:t>
            </a:r>
          </a:p>
          <a:p>
            <a:pPr marL="0" indent="0" algn="r">
              <a:buNone/>
            </a:pPr>
            <a:r>
              <a:rPr lang="en-US" sz="4000" dirty="0">
                <a:solidFill>
                  <a:srgbClr val="C00000"/>
                </a:solidFill>
              </a:rPr>
              <a:t>WORLD WITHOUT END. AMEN</a:t>
            </a:r>
          </a:p>
        </p:txBody>
      </p:sp>
    </p:spTree>
    <p:extLst>
      <p:ext uri="{BB962C8B-B14F-4D97-AF65-F5344CB8AC3E}">
        <p14:creationId xmlns:p14="http://schemas.microsoft.com/office/powerpoint/2010/main" val="32687191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4000" dirty="0"/>
          </a:p>
          <a:p>
            <a:pPr marL="0" indent="0" algn="ctr">
              <a:buNone/>
            </a:pPr>
            <a:r>
              <a:rPr lang="en-US" sz="4000" dirty="0"/>
              <a:t>O MY JESUS, FORGIVE US OUR SINS, SAVE US FROM THE FIRES OF HELL, AND LEAD ALL SOULS TO HEAVEN, SPECIALLY THOSE WHO NEED MOST OF YOUR MERCY</a:t>
            </a:r>
          </a:p>
        </p:txBody>
      </p:sp>
    </p:spTree>
    <p:extLst>
      <p:ext uri="{BB962C8B-B14F-4D97-AF65-F5344CB8AC3E}">
        <p14:creationId xmlns:p14="http://schemas.microsoft.com/office/powerpoint/2010/main" val="23507103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5400" dirty="0"/>
          </a:p>
          <a:p>
            <a:pPr marL="0" indent="0" algn="ctr">
              <a:buNone/>
            </a:pPr>
            <a:endParaRPr lang="en-US" sz="5400" dirty="0"/>
          </a:p>
          <a:p>
            <a:pPr marL="0" indent="0" algn="ctr">
              <a:buNone/>
            </a:pPr>
            <a:r>
              <a:rPr lang="en-US" sz="5400" dirty="0"/>
              <a:t>FIFTH MYSTERY</a:t>
            </a:r>
          </a:p>
          <a:p>
            <a:pPr marL="0" indent="0" algn="ctr">
              <a:buNone/>
            </a:pPr>
            <a:endParaRPr lang="en-US" sz="3600" dirty="0">
              <a:solidFill>
                <a:srgbClr val="C00000"/>
              </a:solidFill>
            </a:endParaRPr>
          </a:p>
        </p:txBody>
      </p:sp>
    </p:spTree>
    <p:extLst>
      <p:ext uri="{BB962C8B-B14F-4D97-AF65-F5344CB8AC3E}">
        <p14:creationId xmlns:p14="http://schemas.microsoft.com/office/powerpoint/2010/main" val="42027883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4800" dirty="0"/>
          </a:p>
          <a:p>
            <a:pPr marL="0" indent="0" algn="ctr">
              <a:buNone/>
            </a:pPr>
            <a:endParaRPr lang="en-US" sz="4800" dirty="0"/>
          </a:p>
          <a:p>
            <a:pPr marL="0" indent="0" algn="ctr">
              <a:buNone/>
            </a:pPr>
            <a:r>
              <a:rPr lang="en-US" sz="5400" dirty="0"/>
              <a:t>PRAYER PETITION</a:t>
            </a:r>
          </a:p>
          <a:p>
            <a:pPr marL="0" indent="0" algn="ctr">
              <a:buNone/>
            </a:pPr>
            <a:endParaRPr lang="en-US" sz="4000" dirty="0"/>
          </a:p>
        </p:txBody>
      </p:sp>
    </p:spTree>
    <p:extLst>
      <p:ext uri="{BB962C8B-B14F-4D97-AF65-F5344CB8AC3E}">
        <p14:creationId xmlns:p14="http://schemas.microsoft.com/office/powerpoint/2010/main" val="41825004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3600" dirty="0"/>
              <a:t>OUR FATHER</a:t>
            </a:r>
          </a:p>
          <a:p>
            <a:pPr marL="0" indent="0">
              <a:buNone/>
            </a:pPr>
            <a:r>
              <a:rPr lang="en-US" sz="3600" dirty="0">
                <a:solidFill>
                  <a:srgbClr val="002060"/>
                </a:solidFill>
              </a:rPr>
              <a:t>OUR FATHER, WHO ARE IN HEAVEN: HOLY BE THY NAME. THY KINGDOM COME. THY WILL BE DONE ON EARTH AS IT IS IN HEAVEN.</a:t>
            </a:r>
          </a:p>
          <a:p>
            <a:pPr marL="0" indent="0" algn="r">
              <a:buNone/>
            </a:pPr>
            <a:r>
              <a:rPr lang="en-US" sz="3600" dirty="0">
                <a:solidFill>
                  <a:srgbClr val="C00000"/>
                </a:solidFill>
              </a:rPr>
              <a:t>GIVE US THIS DAY OUR DAILY BREAD. AND FORGIVE US OUR SINS AS WE FORGIVE THOSE WHO SIN AGAINST US. AND DO NOT BRING US TO THE TEST. BUT DELIVER US FROM EVIL. AMEN</a:t>
            </a:r>
          </a:p>
          <a:p>
            <a:pPr marL="0" indent="0" algn="ctr">
              <a:buNone/>
            </a:pPr>
            <a:endParaRPr lang="en-US" sz="3600" dirty="0">
              <a:solidFill>
                <a:srgbClr val="C00000"/>
              </a:solidFill>
            </a:endParaRPr>
          </a:p>
        </p:txBody>
      </p:sp>
    </p:spTree>
    <p:extLst>
      <p:ext uri="{BB962C8B-B14F-4D97-AF65-F5344CB8AC3E}">
        <p14:creationId xmlns:p14="http://schemas.microsoft.com/office/powerpoint/2010/main" val="3146936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HAIL MARY</a:t>
            </a:r>
          </a:p>
          <a:p>
            <a:pPr marL="0" indent="0">
              <a:buNone/>
            </a:pPr>
            <a:r>
              <a:rPr lang="en-US" sz="4000" dirty="0">
                <a:solidFill>
                  <a:srgbClr val="002060"/>
                </a:solidFill>
              </a:rPr>
              <a:t>HAIL MARY, FULL OF GRACE;  THE LORD IS WITH YOU; BLESSED ARE YOU AMONG WOMEN AND BLESSED IS THE FRUIT OF YOUR WOMB, JESUS.</a:t>
            </a:r>
          </a:p>
          <a:p>
            <a:pPr marL="0" indent="0" algn="r">
              <a:buNone/>
            </a:pPr>
            <a:r>
              <a:rPr lang="en-US" sz="4000" dirty="0">
                <a:solidFill>
                  <a:srgbClr val="C00000"/>
                </a:solidFill>
              </a:rPr>
              <a:t>HOLY MARY, MOTHER OF GOD, PRAY FOR US SINNERS, NOW AND AT THE HOUR OF OUR DEATH. AMEN.</a:t>
            </a:r>
          </a:p>
        </p:txBody>
      </p:sp>
    </p:spTree>
    <p:extLst>
      <p:ext uri="{BB962C8B-B14F-4D97-AF65-F5344CB8AC3E}">
        <p14:creationId xmlns:p14="http://schemas.microsoft.com/office/powerpoint/2010/main" val="24924236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GLORY BE TO THE FATHER</a:t>
            </a:r>
          </a:p>
          <a:p>
            <a:pPr marL="0" indent="0" algn="ctr">
              <a:buNone/>
            </a:pPr>
            <a:endParaRPr lang="en-US" sz="4000" dirty="0"/>
          </a:p>
          <a:p>
            <a:pPr marL="0" indent="0">
              <a:buNone/>
            </a:pPr>
            <a:r>
              <a:rPr lang="en-US" sz="4000" dirty="0">
                <a:solidFill>
                  <a:srgbClr val="002060"/>
                </a:solidFill>
              </a:rPr>
              <a:t>GLORY BE TO THE FATHER, AND TO THE SON, AND TO THE </a:t>
            </a:r>
          </a:p>
          <a:p>
            <a:pPr marL="0" indent="0">
              <a:buNone/>
            </a:pPr>
            <a:r>
              <a:rPr lang="en-US" sz="4000" dirty="0">
                <a:solidFill>
                  <a:srgbClr val="002060"/>
                </a:solidFill>
              </a:rPr>
              <a:t>HOLY SPIRIT.</a:t>
            </a:r>
          </a:p>
          <a:p>
            <a:pPr marL="0" indent="0" algn="r">
              <a:buNone/>
            </a:pPr>
            <a:r>
              <a:rPr lang="en-US" sz="4000" dirty="0">
                <a:solidFill>
                  <a:srgbClr val="C00000"/>
                </a:solidFill>
              </a:rPr>
              <a:t>AS IT WAS IN THE BEGINNING, IS </a:t>
            </a:r>
          </a:p>
          <a:p>
            <a:pPr marL="0" indent="0" algn="r">
              <a:buNone/>
            </a:pPr>
            <a:r>
              <a:rPr lang="en-US" sz="4000" dirty="0">
                <a:solidFill>
                  <a:srgbClr val="C00000"/>
                </a:solidFill>
              </a:rPr>
              <a:t>NOW AND EVER SHALL BE </a:t>
            </a:r>
          </a:p>
          <a:p>
            <a:pPr marL="0" indent="0" algn="r">
              <a:buNone/>
            </a:pPr>
            <a:r>
              <a:rPr lang="en-US" sz="4000" dirty="0">
                <a:solidFill>
                  <a:srgbClr val="C00000"/>
                </a:solidFill>
              </a:rPr>
              <a:t>WORLD WITHOUT END. AMEN</a:t>
            </a:r>
          </a:p>
        </p:txBody>
      </p:sp>
    </p:spTree>
    <p:extLst>
      <p:ext uri="{BB962C8B-B14F-4D97-AF65-F5344CB8AC3E}">
        <p14:creationId xmlns:p14="http://schemas.microsoft.com/office/powerpoint/2010/main" val="32687191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endParaRPr lang="en-US" sz="4000" dirty="0"/>
          </a:p>
          <a:p>
            <a:pPr marL="0" indent="0" algn="ctr">
              <a:buNone/>
            </a:pPr>
            <a:r>
              <a:rPr lang="en-US" sz="4000" dirty="0"/>
              <a:t>O MY JESUS, FORGIVE US OUR SINS, SAVE US FROM THE FIRES OF HELL, AND LEAD ALL SOULS TO HEAVEN, SPECIALLY THOSE WHO NEED MOST OF YOUR MERCY</a:t>
            </a:r>
          </a:p>
        </p:txBody>
      </p:sp>
    </p:spTree>
    <p:extLst>
      <p:ext uri="{BB962C8B-B14F-4D97-AF65-F5344CB8AC3E}">
        <p14:creationId xmlns:p14="http://schemas.microsoft.com/office/powerpoint/2010/main" val="23507103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HAIL HOLY QUEEN</a:t>
            </a:r>
          </a:p>
          <a:p>
            <a:pPr marL="0" indent="0" algn="ctr">
              <a:buNone/>
            </a:pPr>
            <a:endParaRPr lang="en-US" sz="4000" dirty="0"/>
          </a:p>
          <a:p>
            <a:pPr marL="0" indent="0" algn="ctr">
              <a:buNone/>
            </a:pPr>
            <a:r>
              <a:rPr lang="en-US" sz="4000" dirty="0"/>
              <a:t>HAIL HOLY QUEEN, MOTHER OF MERCY, HAIL OUR LIFE, OUR SWEETNESS, AND OUR HOPE. TO YOU DO WE CRY, POOR BANISHED CHILDREN OF EVE; TO YOU DO WE SEND UP OUR SIGHS, MOURNING AND WEEPING IN THIS VALLEY OF TEARS.</a:t>
            </a:r>
          </a:p>
        </p:txBody>
      </p:sp>
    </p:spTree>
    <p:extLst>
      <p:ext uri="{BB962C8B-B14F-4D97-AF65-F5344CB8AC3E}">
        <p14:creationId xmlns:p14="http://schemas.microsoft.com/office/powerpoint/2010/main" val="2497142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TURN, THEN, OH MOST GRACIOUS ADVOCATE, YOUR EYES OF MERCY TOWARDS US. AND AFTER THIS OUR EXILE, SHOW UNTO US THE BLESSED FRUIT OF YOUR WOMB ,JESUS. O CLEMENT, O LOVING, O SWEET VIRGIN MARY</a:t>
            </a:r>
            <a:r>
              <a:rPr lang="en-US" sz="3600" dirty="0">
                <a:solidFill>
                  <a:srgbClr val="C00000"/>
                </a:solidFill>
              </a:rPr>
              <a:t>.</a:t>
            </a:r>
          </a:p>
        </p:txBody>
      </p:sp>
    </p:spTree>
    <p:extLst>
      <p:ext uri="{BB962C8B-B14F-4D97-AF65-F5344CB8AC3E}">
        <p14:creationId xmlns:p14="http://schemas.microsoft.com/office/powerpoint/2010/main" val="1238347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buNone/>
            </a:pPr>
            <a:r>
              <a:rPr lang="en-US" sz="4000" dirty="0"/>
              <a:t>LEADER: </a:t>
            </a:r>
            <a:r>
              <a:rPr lang="en-US" sz="4000" dirty="0">
                <a:solidFill>
                  <a:srgbClr val="002060"/>
                </a:solidFill>
              </a:rPr>
              <a:t>PRAY FOR US, OH HOLY 	MOTHER OF GOD</a:t>
            </a:r>
          </a:p>
          <a:p>
            <a:pPr marL="0" indent="0">
              <a:buNone/>
            </a:pPr>
            <a:r>
              <a:rPr lang="en-US" sz="4000" dirty="0"/>
              <a:t>REST: </a:t>
            </a:r>
            <a:r>
              <a:rPr lang="en-US" sz="4000" dirty="0">
                <a:solidFill>
                  <a:srgbClr val="C00000"/>
                </a:solidFill>
              </a:rPr>
              <a:t>THAT WE MAY BE MADE 	WORTHY OF THE PROMISES OF 	CHRIST.</a:t>
            </a:r>
          </a:p>
          <a:p>
            <a:pPr marL="0" indent="0">
              <a:buNone/>
            </a:pPr>
            <a:r>
              <a:rPr lang="en-US" sz="4000" dirty="0"/>
              <a:t>LEADER: </a:t>
            </a:r>
            <a:r>
              <a:rPr lang="en-US" sz="4000" dirty="0">
                <a:solidFill>
                  <a:srgbClr val="002060"/>
                </a:solidFill>
              </a:rPr>
              <a:t>LET US PRAY.</a:t>
            </a:r>
          </a:p>
        </p:txBody>
      </p:sp>
    </p:spTree>
    <p:extLst>
      <p:ext uri="{BB962C8B-B14F-4D97-AF65-F5344CB8AC3E}">
        <p14:creationId xmlns:p14="http://schemas.microsoft.com/office/powerpoint/2010/main" val="2322180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O GOD, WHOSE ONLY BEGOTTEN SON, BY HIS LIFE, DEATH, AND RESURRECTION, HAS PURCHASED FOR US THE REWARDS OF ETERNAL LIFE, GRANT, WE PRAY, THAT BY MEDITATING UPON THESE MYSTERIES OF THE MOST HOLY ROSARY OF THE BLESSED VIRGIN MARY, WE MAY IMITATE WHAT THEY CONTAIN AND OBTAIN WHAT THEY PROMISE.</a:t>
            </a:r>
          </a:p>
        </p:txBody>
      </p:sp>
    </p:spTree>
    <p:extLst>
      <p:ext uri="{BB962C8B-B14F-4D97-AF65-F5344CB8AC3E}">
        <p14:creationId xmlns:p14="http://schemas.microsoft.com/office/powerpoint/2010/main" val="35022539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lgn="ctr">
              <a:buNone/>
            </a:pPr>
            <a:r>
              <a:rPr lang="en-US" sz="4000" dirty="0"/>
              <a:t>THROUGH THE SAME CHRIST, OUR LORD. AMEN.</a:t>
            </a:r>
          </a:p>
          <a:p>
            <a:pPr marL="0" indent="0">
              <a:buNone/>
            </a:pPr>
            <a:r>
              <a:rPr lang="en-US" sz="4000" dirty="0"/>
              <a:t>L: </a:t>
            </a:r>
            <a:r>
              <a:rPr lang="en-US" sz="4000" dirty="0">
                <a:solidFill>
                  <a:srgbClr val="002060"/>
                </a:solidFill>
              </a:rPr>
              <a:t>MAY THE DIVINE ASSISTANCE REMAIN ALWAYS WITH US.</a:t>
            </a:r>
          </a:p>
          <a:p>
            <a:pPr marL="0" indent="0">
              <a:buNone/>
            </a:pPr>
            <a:r>
              <a:rPr lang="en-US" sz="4000" dirty="0"/>
              <a:t>R: </a:t>
            </a:r>
            <a:r>
              <a:rPr lang="en-US" sz="4000" dirty="0">
                <a:solidFill>
                  <a:srgbClr val="C00000"/>
                </a:solidFill>
              </a:rPr>
              <a:t>AMEN</a:t>
            </a:r>
          </a:p>
          <a:p>
            <a:pPr marL="0" indent="0">
              <a:buNone/>
            </a:pPr>
            <a:r>
              <a:rPr lang="en-US" sz="4000" dirty="0"/>
              <a:t>L: </a:t>
            </a:r>
            <a:r>
              <a:rPr lang="en-US" sz="4000" dirty="0">
                <a:solidFill>
                  <a:srgbClr val="002060"/>
                </a:solidFill>
              </a:rPr>
              <a:t>MAY THE SOULS OF THE FAITHFUL DEPARTED, THROUGH THE MERCY OF GOD, REST IN PEACE.</a:t>
            </a:r>
          </a:p>
          <a:p>
            <a:pPr marL="0" indent="0">
              <a:buNone/>
            </a:pPr>
            <a:r>
              <a:rPr lang="en-US" sz="4000" dirty="0"/>
              <a:t>R: </a:t>
            </a:r>
            <a:r>
              <a:rPr lang="en-US" sz="4000" dirty="0">
                <a:solidFill>
                  <a:srgbClr val="C00000"/>
                </a:solidFill>
              </a:rPr>
              <a:t>AMEN</a:t>
            </a:r>
          </a:p>
        </p:txBody>
      </p:sp>
    </p:spTree>
    <p:extLst>
      <p:ext uri="{BB962C8B-B14F-4D97-AF65-F5344CB8AC3E}">
        <p14:creationId xmlns:p14="http://schemas.microsoft.com/office/powerpoint/2010/main" val="4253057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Autofit/>
          </a:bodyPr>
          <a:lstStyle/>
          <a:p>
            <a:pPr marL="0" indent="0">
              <a:buNone/>
            </a:pPr>
            <a:r>
              <a:rPr lang="en-US" sz="4000" dirty="0"/>
              <a:t>L: </a:t>
            </a:r>
            <a:r>
              <a:rPr lang="en-US" sz="4000" dirty="0">
                <a:solidFill>
                  <a:srgbClr val="002060"/>
                </a:solidFill>
              </a:rPr>
              <a:t>MAY THE BLESSING OF ALMIGHTY GOD: FATHER, SON AND HOLY SPIRIT, DESCEND UPON US AND REMAIN WITH US ALWAYS</a:t>
            </a:r>
          </a:p>
          <a:p>
            <a:pPr marL="0" indent="0">
              <a:buNone/>
            </a:pPr>
            <a:r>
              <a:rPr lang="en-US" sz="4000" dirty="0"/>
              <a:t>R: </a:t>
            </a:r>
            <a:r>
              <a:rPr lang="en-US" sz="4000" dirty="0">
                <a:solidFill>
                  <a:srgbClr val="C00000"/>
                </a:solidFill>
              </a:rPr>
              <a:t>AMEN.</a:t>
            </a:r>
          </a:p>
        </p:txBody>
      </p:sp>
    </p:spTree>
    <p:extLst>
      <p:ext uri="{BB962C8B-B14F-4D97-AF65-F5344CB8AC3E}">
        <p14:creationId xmlns:p14="http://schemas.microsoft.com/office/powerpoint/2010/main" val="27313191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1371600"/>
            <a:ext cx="6400800" cy="4038600"/>
          </a:xfrm>
        </p:spPr>
        <p:txBody>
          <a:bodyPr>
            <a:normAutofit fontScale="92500" lnSpcReduction="10000"/>
          </a:bodyPr>
          <a:lstStyle/>
          <a:p>
            <a:r>
              <a:rPr lang="en-US" sz="6000" dirty="0">
                <a:solidFill>
                  <a:schemeClr val="tx1"/>
                </a:solidFill>
              </a:rPr>
              <a:t>IN THE  NAME OF THE FATHER, AND OF THE SON, AND OF THE HOLY SPIRIT. AMEN</a:t>
            </a:r>
          </a:p>
          <a:p>
            <a:endParaRPr lang="en-US" dirty="0"/>
          </a:p>
        </p:txBody>
      </p:sp>
    </p:spTree>
    <p:extLst>
      <p:ext uri="{BB962C8B-B14F-4D97-AF65-F5344CB8AC3E}">
        <p14:creationId xmlns:p14="http://schemas.microsoft.com/office/powerpoint/2010/main" val="2281927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1721</Words>
  <Application>Microsoft Office PowerPoint</Application>
  <PresentationFormat>On-screen Show (4:3)</PresentationFormat>
  <Paragraphs>152</Paragraphs>
  <Slides>46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INTRODUCTORY</dc:title>
  <dc:creator>Acer</dc:creator>
  <cp:lastModifiedBy>Clarence Ricafrente</cp:lastModifiedBy>
  <cp:revision>12</cp:revision>
  <dcterms:created xsi:type="dcterms:W3CDTF">2020-03-19T07:19:32Z</dcterms:created>
  <dcterms:modified xsi:type="dcterms:W3CDTF">2023-03-03T11:55:18Z</dcterms:modified>
</cp:coreProperties>
</file>